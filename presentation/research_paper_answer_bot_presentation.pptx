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need for grounded and verifiable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end-to-end architecture and why each stage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how data is ingested and normalized before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design choices and why metadata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embeddings are compared in the retrieval lab and can be configured per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retrieval quality is improved using multiple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importance of limiting answers to evidence in the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Clearly mark which results were executed and which remain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the assistant maintains context without sacrificing grounding.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limitations and practical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how the system is ready for future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Paper Answer 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Analytics Vidhya Capstone |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Need for grounded research Q&amp;A over PDFs.</a:t>
            </a:r>
          </a:p>
          <a:p>
            <a:pPr/>
            <a:r>
              <a:t>Manual reading is slow and error-prone.</a:t>
            </a:r>
          </a:p>
          <a:p>
            <a:pPr/>
            <a:r>
              <a:t>Researchers need citeable evidence with retrieval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RAG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PDF ingestion and chunking</a:t>
            </a:r>
          </a:p>
          <a:p>
            <a:pPr/>
            <a:r>
              <a:t>Vector storage in ChromaDB</a:t>
            </a:r>
          </a:p>
          <a:p>
            <a:pPr/>
            <a:r>
              <a:t>Dense and hybrid retrieval</a:t>
            </a:r>
          </a:p>
          <a:p>
            <a:pPr/>
            <a:r>
              <a:t>Prompted generation with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Collect research PDFs</a:t>
            </a:r>
          </a:p>
          <a:p>
            <a:pPr/>
            <a:r>
              <a:t>Preserve title and page metadata</a:t>
            </a:r>
          </a:p>
          <a:p>
            <a:pPr/>
            <a:r>
              <a:t>Handle OCR need for scanned PDFs</a:t>
            </a:r>
          </a:p>
          <a:p>
            <a:pPr/>
            <a:r>
              <a:t>Chunk with overlap for better retrieval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Chunking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Page-level extraction</a:t>
            </a:r>
          </a:p>
          <a:p>
            <a:pPr/>
            <a:r>
              <a:t>Chunk size and overlap parameters</a:t>
            </a:r>
          </a:p>
          <a:p>
            <a:pPr/>
            <a:r>
              <a:t>Stable chunk IDs and metadata</a:t>
            </a:r>
          </a:p>
          <a:p>
            <a:pPr/>
            <a:r>
              <a:t>Indexing at the passage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all-MiniLM-L6-v2</a:t>
            </a:r>
          </a:p>
          <a:p>
            <a:pPr/>
            <a:r>
              <a:t>BAAI/bge-small-en-v1.5</a:t>
            </a:r>
          </a:p>
          <a:p>
            <a:pPr/>
            <a:r>
              <a:t>Configurable embedding selection</a:t>
            </a:r>
          </a:p>
          <a:p>
            <a:pPr/>
            <a:r>
              <a:t>Model-specific vector collections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DB and retrieval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ChromaDB persistent storage</a:t>
            </a:r>
          </a:p>
          <a:p>
            <a:pPr/>
            <a:r>
              <a:t>Dense retrieval</a:t>
            </a:r>
          </a:p>
          <a:p>
            <a:pPr/>
            <a:r>
              <a:t>BM25 keyword retrieval</a:t>
            </a:r>
          </a:p>
          <a:p>
            <a:pPr/>
            <a:r>
              <a:t>Hybrid rank-based fusion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 and prompt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Query embedding and retrieval</a:t>
            </a:r>
          </a:p>
          <a:p>
            <a:pPr/>
            <a:r>
              <a:t>Context assembly from retrieved passages</a:t>
            </a:r>
          </a:p>
          <a:p>
            <a:pPr/>
            <a:r>
              <a:t>Grounded answer generation</a:t>
            </a:r>
          </a:p>
          <a:p>
            <a:pPr/>
            <a:r>
              <a:t>Citation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Project scaffolding and functionality implemented</a:t>
            </a:r>
          </a:p>
          <a:p>
            <a:pPr/>
            <a:r>
              <a:t>Evaluation scripts and sample query set added</a:t>
            </a:r>
          </a:p>
          <a:p>
            <a:pPr/>
            <a:r>
              <a:t>Results pending live model-backed benchmarking</a:t>
            </a:r>
          </a:p>
          <a:p>
            <a:pPr/>
            <a:r>
              <a:t>Use placeholders when experiments are not 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Conversational memory stretch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Session-based chat history</a:t>
            </a:r>
          </a:p>
          <a:p>
            <a:pPr/>
            <a:r>
              <a:t>Follow-up question handling</a:t>
            </a:r>
          </a:p>
          <a:p>
            <a:pPr/>
            <a:r>
              <a:t>Fresh retrieval for each follow-up</a:t>
            </a:r>
          </a:p>
          <a:p>
            <a:pPr/>
            <a:r>
              <a:t>Source citation cards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Scanned PDFs need OCR</a:t>
            </a:r>
          </a:p>
          <a:p>
            <a:pPr/>
            <a:r>
              <a:t>Model choice affects retrieval quality</a:t>
            </a:r>
          </a:p>
          <a:p>
            <a:pPr/>
            <a:r>
              <a:t>Citations must be validated carefully</a:t>
            </a:r>
          </a:p>
          <a:p>
            <a:pPr/>
            <a:r>
              <a:t>LLM config errors must be surfaced clearly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Add reranking and live benchmarks</a:t>
            </a:r>
          </a:p>
          <a:p>
            <a:pPr/>
            <a:r>
              <a:t>Support a broader corpus and stronger evaluation</a:t>
            </a:r>
          </a:p>
          <a:p>
            <a:pPr/>
            <a:r>
              <a:t>Ship with a notebook or dashboard for final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